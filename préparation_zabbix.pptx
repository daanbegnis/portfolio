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84561E-B5D7-6279-9274-602D101F7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A776E3-BC00-F085-B6BA-AE63B84F4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5136C3-037D-EE9E-835D-1EEEA9AA1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7F1712-6478-3DC4-8B91-4ADA89AF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CF37CD-748A-D2B1-6DB1-CA48C6D8E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452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E95F40-8817-3E2D-97D1-1C3BCB7A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D1B28-42E2-2126-3319-97A88C34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C1D734-3187-13C3-82B8-C8C637E1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D36D2-04C0-6AD6-1B7B-FF918351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D748FB-45DC-BCDF-7134-FF938BA9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08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315B14-BC13-BEAE-5C75-B451A92E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6E7AB1-B80A-06E0-7F41-2850B41B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A490D3-86A0-D456-23AE-2628715F2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679B0A-6DD6-F4C2-D6EC-1C624960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E26A3D-32F2-63B4-1490-0CFCBFAC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947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C29C8C-8BDF-D11D-C74A-D4683412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633E3C-2FFB-1E5F-0033-5B977870C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102BD2-D0E6-7268-9A89-B8AB70263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598DBC4-85DC-7E1F-4FD1-21F5B5B5F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1CA942-B9E4-F430-5D68-DCC02621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687CB1-52F1-1EB4-D87D-3A09EC29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22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FDB3A7-27FC-9BA1-3D6F-37702143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944650-34B5-8B34-D133-6660C4F0A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2F84FD-9815-A845-CD72-237CAB7B2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049DEE9-602D-D29B-754C-0CC3E44C8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1E0DBB-4A49-6EE1-94F4-6C80875C3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8D5C9D-C49B-59DB-F5E3-6226B335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3B73EAF-2F5E-3D27-97FD-D780DDEC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C77AC9A-D177-2601-E728-7C8861C2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71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BCD979-05E4-4EBF-43D1-E9125E66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F59BB6-46D2-5548-C5AA-4246BE0A2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DB2B898-28AB-2D51-53EC-9CD2A0F0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C9A4EA-2A8B-064C-A1B6-E3933E24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25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8975F74-768B-DACC-4486-70E8DDA5F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86664E-6C52-31E2-CDB6-8B4C9D3CD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0143B9-393A-B476-6C4C-A3E07E1A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692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128BD-C812-0CAC-CAA1-367C24C6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B73C0C-2199-925A-16C6-A9607D0C1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CD4766-39FD-45D8-F092-9B0112265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32A692-1E48-7280-10EF-D05BA429F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D9B147-4E35-95EA-ABA6-DEABBC736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3B14C3-0C4D-D3D0-E1A0-D29B8B23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39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2F083F-E456-6ECE-67BA-45ACA4AC6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7AFE0C-F010-8228-1F5F-FB9E84830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C9F026-FAFD-1C38-4555-8C1952ADC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E58529-8097-D3A1-58AC-12D1B8CD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56910C-ECA7-BA36-25B1-24E5A78A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216D33-FE48-054C-FDFA-82AFCA63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140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3FF5E-EE52-150C-082A-2BE0ACAE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093369A-DC6A-E6C1-72A7-5EA0ADC5E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55B91A-1529-6EA0-24D0-E2D70EE7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F509A4-23D2-CF42-2194-1D118408F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2DBC37-C5CB-C772-D0D8-46404824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14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13EC781-C284-88B0-6A8E-82D5D6672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4D9496-229C-C253-B041-10408CC34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6C2C05-FFAE-1D4C-D1F1-8422748F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39788F-1FAA-AD7B-AD79-2CC03A26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D382F2-7174-77EB-EDB7-5FAB99A3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71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DA1F5F0-1D94-D971-BC64-343B29A6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BE6FF4-4D2B-0B3B-ABC9-69FDD6E17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61A3AC-42B6-8C43-7E0E-A67F8ECF7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6A78A-0338-43AA-836B-20A8751736BC}" type="datetimeFigureOut">
              <a:rPr lang="fr-FR" smtClean="0"/>
              <a:t>10/09/2026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D37250-BE4E-94F7-D69E-C2D548C72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B72606-EEE4-1944-4619-A94559A24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402E4-1932-40D1-B6B7-82EFFF7F58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82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98EAC7-DF59-73B4-9B39-F91872CC1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192" y="1844739"/>
            <a:ext cx="9144000" cy="2387600"/>
          </a:xfrm>
        </p:spPr>
        <p:txBody>
          <a:bodyPr/>
          <a:lstStyle/>
          <a:p>
            <a:r>
              <a:rPr lang="fr-FR" dirty="0"/>
              <a:t>E5: Audit Patrimoine informatique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479CFC-CCB5-FF78-D879-C6EBA08D6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4544" y="4598734"/>
            <a:ext cx="9144000" cy="1655762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6094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5D953-56EB-1197-E858-1269B1BA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442D7B-A3C9-EF36-002B-12D868FEA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45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Stage réalisé chez </a:t>
            </a:r>
            <a:r>
              <a:rPr lang="fr-FR" sz="2600" dirty="0" err="1"/>
              <a:t>Elkem</a:t>
            </a:r>
            <a:r>
              <a:rPr lang="fr-FR" sz="2600" dirty="0"/>
              <a:t> Silicones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r>
              <a:rPr lang="fr-FR" sz="2000" dirty="0"/>
              <a:t>Réorganisation de l’entreprise (</a:t>
            </a:r>
            <a:r>
              <a:rPr lang="fr-FR" sz="2000" dirty="0" err="1"/>
              <a:t>Elkem</a:t>
            </a:r>
            <a:r>
              <a:rPr lang="fr-FR" sz="2000" dirty="0"/>
              <a:t>=&gt;</a:t>
            </a:r>
            <a:r>
              <a:rPr lang="fr-FR" sz="2000" dirty="0" err="1"/>
              <a:t>Bluestar</a:t>
            </a:r>
            <a:r>
              <a:rPr lang="fr-FR" sz="2000" dirty="0"/>
              <a:t>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Usine chimique avec de nombreuse 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Équipement informatique cœur de la production et de la recherche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4" name="Image 3" descr="Fiche entreprise de Elkem Silicones Recrutement - Chimie.work">
            <a:extLst>
              <a:ext uri="{FF2B5EF4-FFF2-40B4-BE49-F238E27FC236}">
                <a16:creationId xmlns:a16="http://schemas.microsoft.com/office/drawing/2014/main" id="{35E6F58D-4334-A306-B73F-878CEDA1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042" y="0"/>
            <a:ext cx="3800284" cy="1213402"/>
          </a:xfrm>
          <a:prstGeom prst="rect">
            <a:avLst/>
          </a:prstGeom>
        </p:spPr>
      </p:pic>
      <p:pic>
        <p:nvPicPr>
          <p:cNvPr id="5" name="Image 4" descr="Bluestar Silicones">
            <a:extLst>
              <a:ext uri="{FF2B5EF4-FFF2-40B4-BE49-F238E27FC236}">
                <a16:creationId xmlns:a16="http://schemas.microsoft.com/office/drawing/2014/main" id="{57A0C4DE-86BE-4B6A-59D2-9B733DDBE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18" y="-291243"/>
            <a:ext cx="2049399" cy="2049399"/>
          </a:xfrm>
          <a:prstGeom prst="rect">
            <a:avLst/>
          </a:prstGeom>
        </p:spPr>
      </p:pic>
      <p:pic>
        <p:nvPicPr>
          <p:cNvPr id="10" name="Image 9" descr="Fleche Png - Images et vidéos libres de droits | Adobe Stock">
            <a:extLst>
              <a:ext uri="{FF2B5EF4-FFF2-40B4-BE49-F238E27FC236}">
                <a16:creationId xmlns:a16="http://schemas.microsoft.com/office/drawing/2014/main" id="{83336CEB-9244-43D3-7C90-5846FF4F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26" y="365125"/>
            <a:ext cx="1657350" cy="568234"/>
          </a:xfrm>
          <a:prstGeom prst="rect">
            <a:avLst/>
          </a:prstGeom>
        </p:spPr>
      </p:pic>
      <p:pic>
        <p:nvPicPr>
          <p:cNvPr id="18" name="Picture 2" descr="Façade communicante : Bluestar Silicones">
            <a:extLst>
              <a:ext uri="{FF2B5EF4-FFF2-40B4-BE49-F238E27FC236}">
                <a16:creationId xmlns:a16="http://schemas.microsoft.com/office/drawing/2014/main" id="{9D067EDC-7884-885F-BCC4-94822A13A4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-27963" b="27963"/>
          <a:stretch>
            <a:fillRect/>
          </a:stretch>
        </p:blipFill>
        <p:spPr bwMode="auto">
          <a:xfrm>
            <a:off x="7299526" y="962203"/>
            <a:ext cx="4338691" cy="325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75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A21C6F-4E32-3FD9-2F99-182CE5C5D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entreprise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3D1BAF-DA5A-AE2C-0FC4-93A97F0E5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 de 11 sites sur 5 pays:</a:t>
            </a:r>
          </a:p>
          <a:p>
            <a:pPr marL="0" indent="0">
              <a:buNone/>
            </a:pPr>
            <a:r>
              <a:rPr lang="fr-FR" dirty="0"/>
              <a:t>	- France</a:t>
            </a:r>
          </a:p>
          <a:p>
            <a:pPr marL="0" indent="0">
              <a:buNone/>
            </a:pPr>
            <a:r>
              <a:rPr lang="fr-FR" dirty="0"/>
              <a:t>	- Espagne</a:t>
            </a:r>
          </a:p>
          <a:p>
            <a:pPr marL="0" indent="0">
              <a:buNone/>
            </a:pPr>
            <a:r>
              <a:rPr lang="fr-FR" dirty="0"/>
              <a:t>	- Italie</a:t>
            </a:r>
          </a:p>
          <a:p>
            <a:pPr marL="0" indent="0">
              <a:buNone/>
            </a:pPr>
            <a:r>
              <a:rPr lang="fr-FR" dirty="0"/>
              <a:t>	- Allemagne</a:t>
            </a:r>
          </a:p>
          <a:p>
            <a:pPr marL="0" indent="0">
              <a:buNone/>
            </a:pPr>
            <a:r>
              <a:rPr lang="fr-FR" dirty="0"/>
              <a:t>	- Brésil</a:t>
            </a:r>
          </a:p>
          <a:p>
            <a:pPr marL="0" indent="0">
              <a:buNone/>
            </a:pPr>
            <a:r>
              <a:rPr lang="fr-FR" dirty="0"/>
              <a:t>	- US</a:t>
            </a:r>
          </a:p>
          <a:p>
            <a:pPr marL="0" indent="0">
              <a:buNone/>
            </a:pPr>
            <a:r>
              <a:rPr lang="fr-FR" dirty="0"/>
              <a:t>	- Angleterre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Espace réservé du contenu 6">
            <a:extLst>
              <a:ext uri="{FF2B5EF4-FFF2-40B4-BE49-F238E27FC236}">
                <a16:creationId xmlns:a16="http://schemas.microsoft.com/office/drawing/2014/main" id="{49321BFA-DF91-1493-8568-5D5497AD8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20100" y="-518003"/>
            <a:ext cx="3312009" cy="3312009"/>
          </a:xfrm>
          <a:prstGeom prst="rect">
            <a:avLst/>
          </a:prstGeom>
        </p:spPr>
      </p:pic>
      <p:pic>
        <p:nvPicPr>
          <p:cNvPr id="8" name="Image 7" descr="Centreon — Wikipédia">
            <a:extLst>
              <a:ext uri="{FF2B5EF4-FFF2-40B4-BE49-F238E27FC236}">
                <a16:creationId xmlns:a16="http://schemas.microsoft.com/office/drawing/2014/main" id="{F14D70B9-C356-E2C7-BA10-78151C86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099" y="5326397"/>
            <a:ext cx="4032831" cy="134427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621CD78-B247-77D2-E7E5-666769DED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87" y="1974787"/>
            <a:ext cx="2686425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11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E8E11-5604-965F-E944-33A163C8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7500"/>
            <a:ext cx="10515600" cy="1325563"/>
          </a:xfrm>
        </p:spPr>
        <p:txBody>
          <a:bodyPr/>
          <a:lstStyle/>
          <a:p>
            <a:r>
              <a:rPr lang="fr-FR" dirty="0"/>
              <a:t>Préparation de PoC Zabbix</a:t>
            </a:r>
          </a:p>
        </p:txBody>
      </p:sp>
      <p:pic>
        <p:nvPicPr>
          <p:cNvPr id="5" name="Espace réservé du contenu 4" descr="1 Tableau de bord">
            <a:extLst>
              <a:ext uri="{FF2B5EF4-FFF2-40B4-BE49-F238E27FC236}">
                <a16:creationId xmlns:a16="http://schemas.microsoft.com/office/drawing/2014/main" id="{3489F539-08B1-C09E-E1A2-48BE2433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0575" y="4005482"/>
            <a:ext cx="3619500" cy="23873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B3EC846-BFF6-6293-F449-F21DA766F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0625" y="1288796"/>
            <a:ext cx="4413250" cy="30848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651C473-16B6-213C-CC48-EA34747C8FC7}"/>
              </a:ext>
            </a:extLst>
          </p:cNvPr>
          <p:cNvSpPr txBox="1"/>
          <p:nvPr/>
        </p:nvSpPr>
        <p:spPr>
          <a:xfrm>
            <a:off x="723900" y="1643063"/>
            <a:ext cx="5810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Ecriture d’une documentation pour expliquer comment fonctionne Zabbix</a:t>
            </a:r>
          </a:p>
          <a:p>
            <a:r>
              <a:rPr lang="fr-FR" dirty="0"/>
              <a:t>Création d’une architecture par défaut </a:t>
            </a:r>
          </a:p>
        </p:txBody>
      </p:sp>
    </p:spTree>
    <p:extLst>
      <p:ext uri="{BB962C8B-B14F-4D97-AF65-F5344CB8AC3E}">
        <p14:creationId xmlns:p14="http://schemas.microsoft.com/office/powerpoint/2010/main" val="244399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A95538-DD1A-474C-F32E-3A62B69DE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A9C847-0ECA-DB4F-3052-E2A99199F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Pas l’accès au VM</a:t>
            </a:r>
          </a:p>
          <a:p>
            <a:r>
              <a:rPr lang="fr-FR" dirty="0"/>
              <a:t>Attente longue les accès au document d’entreprise</a:t>
            </a:r>
          </a:p>
        </p:txBody>
      </p:sp>
    </p:spTree>
    <p:extLst>
      <p:ext uri="{BB962C8B-B14F-4D97-AF65-F5344CB8AC3E}">
        <p14:creationId xmlns:p14="http://schemas.microsoft.com/office/powerpoint/2010/main" val="9194374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94</Words>
  <Application>Microsoft Office PowerPoint</Application>
  <PresentationFormat>Grand écran</PresentationFormat>
  <Paragraphs>29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E5: Audit Patrimoine informatique</vt:lpstr>
      <vt:lpstr>Contexte</vt:lpstr>
      <vt:lpstr>Organisation entreprise</vt:lpstr>
      <vt:lpstr>Préparation de PoC Zabbix</vt:lpstr>
      <vt:lpstr>Limite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BEGNIS Daan</dc:creator>
  <cp:lastModifiedBy>BEGNIS Daan</cp:lastModifiedBy>
  <cp:revision>8</cp:revision>
  <dcterms:created xsi:type="dcterms:W3CDTF">2026-09-10T12:39:28Z</dcterms:created>
  <dcterms:modified xsi:type="dcterms:W3CDTF">2026-09-10T14:18:24Z</dcterms:modified>
</cp:coreProperties>
</file>