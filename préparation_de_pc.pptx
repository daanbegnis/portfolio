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A97CA-97C3-FAAD-8F2E-A97C75E61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49551EF-142A-5C0D-9E96-C6BE7D80B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7C2F1C-543B-BF90-B07B-06BA3D3B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03FE69-6B21-A3D4-FA3E-A16E9F04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0DBD70-CBC5-034D-EA39-50E549F2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29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037AFD-C351-A44A-70AE-765900C0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3DD409-BBE2-E323-DD8B-E8C6D2CAC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490FC-EB53-E895-4370-E6B20646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A0035A-9905-05F7-0638-9F6F1E1C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5B63B1-D4A4-83B3-351C-6E87F770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32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7C3124-7B80-E755-9A4A-511C565F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6CA980-2D5C-A606-58CE-034C676D6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5AD614-6CDC-846C-6C4D-4F6646C0F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9DA5CB-14A5-EE23-E30D-3A68F437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B71F51-3A95-30C4-C874-9D291840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51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F5592-6602-0525-A9B9-8AC59F44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79900E-896E-D1E8-5755-2578602F2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EB24A2-87C3-1E05-E130-F1BDEE403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C740BD-923E-B6ED-B71D-14E2092C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89D9D5-5150-F605-D25C-B202B429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B77490-B32F-73BD-B285-D5BCF17B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33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451CA0-E950-7E7C-9D84-F4485938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78B9AA-4764-ED50-75FB-C3541A6F7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AC041D-04D5-A662-367F-D42630071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FAB804E-5849-2849-15F5-F52A21B43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4BADACB-B87A-CE0B-6A6F-44AC54253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8AF1C0F-B8F9-C797-2549-3074E565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A9840A-A5D2-290B-6CD9-ECA48F01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F8C8A66-5C2D-B8B6-4B88-ADDB0899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2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6D0E8-8F6F-B113-E886-7790E327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607E6F-82EB-B38A-F39C-9342F767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3AB22D-63BB-42B3-75EE-20D4BA64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E86DC77-96BF-AC53-17EC-0EFAA5FC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72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3964F6-7C76-3E21-621B-85F5B586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C9DA8D-9562-3844-D9B0-942AACBB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988A25-5E2B-89C5-AEDC-1D6F7F7E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48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FD82B3-BB81-FEFD-F2DA-F2802E48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E76DCC-E8DF-B004-C278-5656B2D15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83569BF-2429-43F2-351A-A1A384482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420309-0AF2-F4C2-8DCC-D05986EF4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A6CBA2-AA7B-85CA-BFC0-3CE7CC6D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A392C0-AB1C-63A8-6CA2-03EB46E9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993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289181-500D-E2D5-E3B7-4F3E1572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AE85139-06ED-0829-CF45-8E88D9CA7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E40E47-FB2D-A160-3973-EB4CE975E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687041-D336-87B4-AB48-B21DDAF5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390AF5-7C0C-0398-058E-17720F3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00EEA6-4F2A-74FE-6C85-0C1F52CB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06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9BD954-AB97-6514-D0CB-A01F315C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1A521E-DFA6-0D4C-5541-281189C15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C2D069-CEA7-FF5F-5172-9EBC9FB6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8F01AD-C262-ABA2-50CD-E2F0BA0C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8CAD63-0CEB-2C57-7F5C-5FE3A32A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44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6DD659-C0AE-59C4-D190-E0766146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70DF1A-41D2-63AB-1773-A06D120CF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DBD90E-5EA7-8587-05B5-0D7F0398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F04B4E-68A6-2224-1F4E-904097F0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29788-E534-AEE4-82D2-B288CFE7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471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49144BA-D2B1-013D-C3C1-8FB4A15C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40D9D8-9DFA-82E8-2730-603AE105F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5DD593-5F73-529C-DD33-6C652F8BC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F7452-EA4E-42F9-84F4-98BB5E42FDF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4CE425-8D2A-550E-4AB6-FB0A61459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F5420A-5BA5-3A35-E529-5C213CC58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EABFF-8C2A-42F1-89A1-D893924CC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75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7D5F9-6B55-89B5-A281-817A86063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544" y="2648172"/>
            <a:ext cx="10037064" cy="1781747"/>
          </a:xfrm>
        </p:spPr>
        <p:txBody>
          <a:bodyPr>
            <a:normAutofit fontScale="90000"/>
          </a:bodyPr>
          <a:lstStyle/>
          <a:p>
            <a:r>
              <a:rPr lang="fr-FR" dirty="0"/>
              <a:t>E5: Mettre à disposition des utilisateurs un service informatique</a:t>
            </a:r>
          </a:p>
        </p:txBody>
      </p:sp>
    </p:spTree>
    <p:extLst>
      <p:ext uri="{BB962C8B-B14F-4D97-AF65-F5344CB8AC3E}">
        <p14:creationId xmlns:p14="http://schemas.microsoft.com/office/powerpoint/2010/main" val="400734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72D9E3-03CC-1724-27F8-FBCEEE75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413CCD-4DD2-29E4-2A91-6A4D8F111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Des pcs portables de certain salarié devenais obsolète ou trop lents pour le travail</a:t>
            </a:r>
          </a:p>
          <a:p>
            <a:endParaRPr lang="fr-FR" dirty="0"/>
          </a:p>
          <a:p>
            <a:r>
              <a:rPr lang="fr-FR" dirty="0"/>
              <a:t>Réception de commande de pc portable pour les 11 sites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C51A0B-EFB6-C724-936C-0DB2637B2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957" y="3609407"/>
            <a:ext cx="2995480" cy="256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7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38AA04-371E-29D4-51C0-B851C62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Cycle de vie d’un pc dans l’entreprise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9116BD2-B222-09AB-34FE-C9824E936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0281"/>
            <a:ext cx="12192000" cy="549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6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51186A-2403-1A01-6352-874AE680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Réception des machines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7D740B-A4E1-81E8-A874-99F438F6C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Arriver de pc portable (dans les cartons)</a:t>
            </a:r>
          </a:p>
          <a:p>
            <a:pPr marL="457200" lvl="1" indent="0">
              <a:buNone/>
            </a:pPr>
            <a:endParaRPr lang="fr-FR" dirty="0"/>
          </a:p>
          <a:p>
            <a:pPr lvl="1">
              <a:buFontTx/>
              <a:buChar char="-"/>
            </a:pPr>
            <a:r>
              <a:rPr lang="fr-FR" dirty="0"/>
              <a:t>Déballage des cartons</a:t>
            </a:r>
          </a:p>
          <a:p>
            <a:pPr lvl="1">
              <a:buFontTx/>
              <a:buChar char="-"/>
            </a:pPr>
            <a:endParaRPr lang="fr-FR" dirty="0"/>
          </a:p>
          <a:p>
            <a:pPr lvl="1">
              <a:buFontTx/>
              <a:buChar char="-"/>
            </a:pPr>
            <a:r>
              <a:rPr lang="fr-FR" dirty="0"/>
              <a:t>Allumage et inscription dans </a:t>
            </a:r>
            <a:r>
              <a:rPr lang="fr-FR" dirty="0" err="1"/>
              <a:t>intune</a:t>
            </a:r>
            <a:endParaRPr lang="fr-FR" dirty="0"/>
          </a:p>
          <a:p>
            <a:pPr lvl="1">
              <a:buFontTx/>
              <a:buChar char="-"/>
            </a:pPr>
            <a:endParaRPr lang="fr-FR" dirty="0"/>
          </a:p>
          <a:p>
            <a:pPr lvl="1">
              <a:buFontTx/>
              <a:buChar char="-"/>
            </a:pPr>
            <a:r>
              <a:rPr lang="fr-FR" dirty="0"/>
              <a:t>Étiquetage</a:t>
            </a:r>
          </a:p>
          <a:p>
            <a:pPr lvl="1">
              <a:buFontTx/>
              <a:buChar char="-"/>
            </a:pPr>
            <a:endParaRPr lang="fr-FR" dirty="0"/>
          </a:p>
          <a:p>
            <a:pPr lvl="1">
              <a:buFontTx/>
              <a:buChar char="-"/>
            </a:pPr>
            <a:r>
              <a:rPr lang="fr-FR" dirty="0"/>
              <a:t>Pré approvisionnement </a:t>
            </a:r>
            <a:r>
              <a:rPr lang="fr-FR"/>
              <a:t>autopilot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</a:t>
            </a:r>
          </a:p>
        </p:txBody>
      </p:sp>
      <p:pic>
        <p:nvPicPr>
          <p:cNvPr id="4" name="Image 3" descr="Microsoft Intune — Wikipédia">
            <a:extLst>
              <a:ext uri="{FF2B5EF4-FFF2-40B4-BE49-F238E27FC236}">
                <a16:creationId xmlns:a16="http://schemas.microsoft.com/office/drawing/2014/main" id="{7C497CEC-4C3E-558D-DD1A-545B155E4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052" y="2057399"/>
            <a:ext cx="3455345" cy="337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1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8E2908-C3D4-CD8E-F26A-039015967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du ticket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C0AFB-EBC8-86F5-2DB3-0A651660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ticket était créé par le client et apparaissait sur JIRA</a:t>
            </a:r>
          </a:p>
          <a:p>
            <a:endParaRPr lang="fr-FR" dirty="0"/>
          </a:p>
          <a:p>
            <a:r>
              <a:rPr lang="fr-FR" dirty="0"/>
              <a:t>Je prenais contact avec le salarié via Teams pour:</a:t>
            </a:r>
          </a:p>
          <a:p>
            <a:pPr marL="0" indent="0">
              <a:buNone/>
            </a:pPr>
            <a:r>
              <a:rPr lang="fr-FR" sz="2000" dirty="0"/>
              <a:t>         - Demande des identifiants des comptes (pour éviter de les réinitialiser)</a:t>
            </a:r>
          </a:p>
          <a:p>
            <a:pPr marL="0" indent="0">
              <a:buNone/>
            </a:pPr>
            <a:r>
              <a:rPr lang="fr-FR" sz="2000" dirty="0"/>
              <a:t>         - logiciel (métier) utilisé par le salarié</a:t>
            </a:r>
          </a:p>
          <a:p>
            <a:pPr marL="0" indent="0">
              <a:buNone/>
            </a:pPr>
            <a:r>
              <a:rPr lang="fr-FR" sz="2000" dirty="0"/>
              <a:t>         - réponse a diverses questions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B9A2D3-660E-5ED2-8A99-73517EFB2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28" y="268954"/>
            <a:ext cx="1517904" cy="151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205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121</Words>
  <Application>Microsoft Office PowerPoint</Application>
  <PresentationFormat>Grand écran</PresentationFormat>
  <Paragraphs>24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E5: Mettre à disposition des utilisateurs un service informatique</vt:lpstr>
      <vt:lpstr>Contexte</vt:lpstr>
      <vt:lpstr>Cycle de vie d’un pc dans l’entreprise</vt:lpstr>
      <vt:lpstr>Réception des machines</vt:lpstr>
      <vt:lpstr>Création du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BEGNIS Daan</dc:creator>
  <cp:lastModifiedBy>BEGNIS Daan</cp:lastModifiedBy>
  <cp:revision>11</cp:revision>
  <dcterms:created xsi:type="dcterms:W3CDTF">2026-09-10T14:45:35Z</dcterms:created>
  <dcterms:modified xsi:type="dcterms:W3CDTF">2026-09-10T15:35:23Z</dcterms:modified>
</cp:coreProperties>
</file>